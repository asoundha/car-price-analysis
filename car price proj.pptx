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6" r:id="rId4"/>
    <p:sldId id="270" r:id="rId5"/>
    <p:sldId id="258" r:id="rId6"/>
    <p:sldId id="262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4AD57-45A2-4B42-9331-1DF6DBD449EB}" v="11" dt="2026-01-06T15:27:54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ndhu Prabhu" userId="7206d93d609f01c9" providerId="LiveId" clId="{3071CAAF-30F8-4B4B-939E-D86A1137979F}"/>
    <pc:docChg chg="undo custSel addSld modSld">
      <pc:chgData name="Soundhu Prabhu" userId="7206d93d609f01c9" providerId="LiveId" clId="{3071CAAF-30F8-4B4B-939E-D86A1137979F}" dt="2026-01-06T15:29:36.358" v="419" actId="1440"/>
      <pc:docMkLst>
        <pc:docMk/>
      </pc:docMkLst>
      <pc:sldChg chg="addSp delSp modSp mod modTransition">
        <pc:chgData name="Soundhu Prabhu" userId="7206d93d609f01c9" providerId="LiveId" clId="{3071CAAF-30F8-4B4B-939E-D86A1137979F}" dt="2026-01-06T15:04:27.058" v="391" actId="1440"/>
        <pc:sldMkLst>
          <pc:docMk/>
          <pc:sldMk cId="1152906478" sldId="256"/>
        </pc:sldMkLst>
        <pc:spChg chg="mod">
          <ac:chgData name="Soundhu Prabhu" userId="7206d93d609f01c9" providerId="LiveId" clId="{3071CAAF-30F8-4B4B-939E-D86A1137979F}" dt="2026-01-06T15:02:30.336" v="361" actId="20577"/>
          <ac:spMkLst>
            <pc:docMk/>
            <pc:sldMk cId="1152906478" sldId="256"/>
            <ac:spMk id="10" creationId="{DFA07E39-210A-C262-081C-FC547574B232}"/>
          </ac:spMkLst>
        </pc:spChg>
        <pc:picChg chg="mod">
          <ac:chgData name="Soundhu Prabhu" userId="7206d93d609f01c9" providerId="LiveId" clId="{3071CAAF-30F8-4B4B-939E-D86A1137979F}" dt="2026-01-06T15:04:27.058" v="391" actId="1440"/>
          <ac:picMkLst>
            <pc:docMk/>
            <pc:sldMk cId="1152906478" sldId="256"/>
            <ac:picMk id="7" creationId="{A424E33C-5ECA-1DF3-35F5-86C216F2714B}"/>
          </ac:picMkLst>
        </pc:picChg>
        <pc:picChg chg="del">
          <ac:chgData name="Soundhu Prabhu" userId="7206d93d609f01c9" providerId="LiveId" clId="{3071CAAF-30F8-4B4B-939E-D86A1137979F}" dt="2026-01-06T15:04:18.094" v="386" actId="478"/>
          <ac:picMkLst>
            <pc:docMk/>
            <pc:sldMk cId="1152906478" sldId="256"/>
            <ac:picMk id="9" creationId="{8D68CAF5-78C1-E6C2-C318-F266A5CB8396}"/>
          </ac:picMkLst>
        </pc:picChg>
        <pc:picChg chg="add mod">
          <ac:chgData name="Soundhu Prabhu" userId="7206d93d609f01c9" providerId="LiveId" clId="{3071CAAF-30F8-4B4B-939E-D86A1137979F}" dt="2026-01-04T06:34:41.446" v="309" actId="167"/>
          <ac:picMkLst>
            <pc:docMk/>
            <pc:sldMk cId="1152906478" sldId="256"/>
            <ac:picMk id="1028" creationId="{5ACA5A9E-78AC-67E4-D03F-C2A8111DF187}"/>
          </ac:picMkLst>
        </pc:picChg>
      </pc:sldChg>
      <pc:sldChg chg="addSp delSp modSp mod modTransition">
        <pc:chgData name="Soundhu Prabhu" userId="7206d93d609f01c9" providerId="LiveId" clId="{3071CAAF-30F8-4B4B-939E-D86A1137979F}" dt="2026-01-04T06:35:52.524" v="323"/>
        <pc:sldMkLst>
          <pc:docMk/>
          <pc:sldMk cId="3549788012" sldId="257"/>
        </pc:sldMkLst>
        <pc:spChg chg="mod">
          <ac:chgData name="Soundhu Prabhu" userId="7206d93d609f01c9" providerId="LiveId" clId="{3071CAAF-30F8-4B4B-939E-D86A1137979F}" dt="2026-01-04T06:35:20.954" v="317" actId="14100"/>
          <ac:spMkLst>
            <pc:docMk/>
            <pc:sldMk cId="3549788012" sldId="257"/>
            <ac:spMk id="2" creationId="{EA9BA046-71D9-6AB4-5DB6-EB0C2EE42D13}"/>
          </ac:spMkLst>
        </pc:spChg>
        <pc:picChg chg="add mod">
          <ac:chgData name="Soundhu Prabhu" userId="7206d93d609f01c9" providerId="LiveId" clId="{3071CAAF-30F8-4B4B-939E-D86A1137979F}" dt="2026-01-04T06:17:41.381" v="175" actId="1440"/>
          <ac:picMkLst>
            <pc:docMk/>
            <pc:sldMk cId="3549788012" sldId="257"/>
            <ac:picMk id="3" creationId="{46994492-28B7-6F39-4220-B6F490C424AB}"/>
          </ac:picMkLst>
        </pc:picChg>
        <pc:picChg chg="add mod">
          <ac:chgData name="Soundhu Prabhu" userId="7206d93d609f01c9" providerId="LiveId" clId="{3071CAAF-30F8-4B4B-939E-D86A1137979F}" dt="2026-01-04T06:35:09.162" v="315" actId="167"/>
          <ac:picMkLst>
            <pc:docMk/>
            <pc:sldMk cId="3549788012" sldId="257"/>
            <ac:picMk id="2054" creationId="{0F2C27E7-5564-4046-741B-F6D378474942}"/>
          </ac:picMkLst>
        </pc:picChg>
      </pc:sldChg>
      <pc:sldChg chg="addSp modSp modTransition">
        <pc:chgData name="Soundhu Prabhu" userId="7206d93d609f01c9" providerId="LiveId" clId="{3071CAAF-30F8-4B4B-939E-D86A1137979F}" dt="2026-01-04T06:36:02.481" v="326"/>
        <pc:sldMkLst>
          <pc:docMk/>
          <pc:sldMk cId="410924813" sldId="258"/>
        </pc:sldMkLst>
        <pc:picChg chg="add mod">
          <ac:chgData name="Soundhu Prabhu" userId="7206d93d609f01c9" providerId="LiveId" clId="{3071CAAF-30F8-4B4B-939E-D86A1137979F}" dt="2026-01-04T06:34:33.339" v="307" actId="167"/>
          <ac:picMkLst>
            <pc:docMk/>
            <pc:sldMk cId="410924813" sldId="258"/>
            <ac:picMk id="3078" creationId="{9AD4EB93-D8AC-8C70-AE3A-56CB052463F2}"/>
          </ac:picMkLst>
        </pc:picChg>
      </pc:sldChg>
      <pc:sldChg chg="addSp delSp modSp mod modTransition">
        <pc:chgData name="Soundhu Prabhu" userId="7206d93d609f01c9" providerId="LiveId" clId="{3071CAAF-30F8-4B4B-939E-D86A1137979F}" dt="2026-01-06T13:08:15.019" v="351" actId="20577"/>
        <pc:sldMkLst>
          <pc:docMk/>
          <pc:sldMk cId="1406220301" sldId="261"/>
        </pc:sldMkLst>
        <pc:spChg chg="mod">
          <ac:chgData name="Soundhu Prabhu" userId="7206d93d609f01c9" providerId="LiveId" clId="{3071CAAF-30F8-4B4B-939E-D86A1137979F}" dt="2026-01-06T13:08:15.019" v="351" actId="20577"/>
          <ac:spMkLst>
            <pc:docMk/>
            <pc:sldMk cId="1406220301" sldId="261"/>
            <ac:spMk id="2" creationId="{F4E9C3CC-F1EE-79CC-C65F-431DB14B224B}"/>
          </ac:spMkLst>
        </pc:spChg>
        <pc:spChg chg="mod">
          <ac:chgData name="Soundhu Prabhu" userId="7206d93d609f01c9" providerId="LiveId" clId="{3071CAAF-30F8-4B4B-939E-D86A1137979F}" dt="2026-01-04T06:34:48.039" v="311" actId="167"/>
          <ac:spMkLst>
            <pc:docMk/>
            <pc:sldMk cId="1406220301" sldId="261"/>
            <ac:spMk id="4" creationId="{20401096-A64B-8C20-0F2E-89FEB920B20B}"/>
          </ac:spMkLst>
        </pc:spChg>
        <pc:picChg chg="mod">
          <ac:chgData name="Soundhu Prabhu" userId="7206d93d609f01c9" providerId="LiveId" clId="{3071CAAF-30F8-4B4B-939E-D86A1137979F}" dt="2026-01-04T06:18:07.866" v="181" actId="14100"/>
          <ac:picMkLst>
            <pc:docMk/>
            <pc:sldMk cId="1406220301" sldId="261"/>
            <ac:picMk id="5" creationId="{7DECD819-4C5E-8B24-DC72-9FB139EF96B7}"/>
          </ac:picMkLst>
        </pc:picChg>
        <pc:picChg chg="add mod">
          <ac:chgData name="Soundhu Prabhu" userId="7206d93d609f01c9" providerId="LiveId" clId="{3071CAAF-30F8-4B4B-939E-D86A1137979F}" dt="2026-01-04T06:34:58.507" v="313" actId="167"/>
          <ac:picMkLst>
            <pc:docMk/>
            <pc:sldMk cId="1406220301" sldId="261"/>
            <ac:picMk id="12292" creationId="{10905378-31EB-1F58-D3D8-94D5E262D508}"/>
          </ac:picMkLst>
        </pc:picChg>
      </pc:sldChg>
      <pc:sldChg chg="addSp modSp mod modTransition">
        <pc:chgData name="Soundhu Prabhu" userId="7206d93d609f01c9" providerId="LiveId" clId="{3071CAAF-30F8-4B4B-939E-D86A1137979F}" dt="2026-01-04T06:36:13.990" v="328"/>
        <pc:sldMkLst>
          <pc:docMk/>
          <pc:sldMk cId="2790299316" sldId="262"/>
        </pc:sldMkLst>
        <pc:spChg chg="mod">
          <ac:chgData name="Soundhu Prabhu" userId="7206d93d609f01c9" providerId="LiveId" clId="{3071CAAF-30F8-4B4B-939E-D86A1137979F}" dt="2026-01-04T06:03:48.264" v="62" actId="313"/>
          <ac:spMkLst>
            <pc:docMk/>
            <pc:sldMk cId="2790299316" sldId="262"/>
            <ac:spMk id="9" creationId="{10859420-CF0C-6C23-E9E5-38953E4D07C6}"/>
          </ac:spMkLst>
        </pc:spChg>
        <pc:picChg chg="add mod">
          <ac:chgData name="Soundhu Prabhu" userId="7206d93d609f01c9" providerId="LiveId" clId="{3071CAAF-30F8-4B4B-939E-D86A1137979F}" dt="2026-01-04T06:34:27.999" v="305" actId="167"/>
          <ac:picMkLst>
            <pc:docMk/>
            <pc:sldMk cId="2790299316" sldId="262"/>
            <ac:picMk id="11266" creationId="{881604D4-3127-C211-5B85-84A9A77416B3}"/>
          </ac:picMkLst>
        </pc:picChg>
      </pc:sldChg>
      <pc:sldChg chg="addSp modSp modTransition">
        <pc:chgData name="Soundhu Prabhu" userId="7206d93d609f01c9" providerId="LiveId" clId="{3071CAAF-30F8-4B4B-939E-D86A1137979F}" dt="2026-01-04T06:36:19.751" v="330"/>
        <pc:sldMkLst>
          <pc:docMk/>
          <pc:sldMk cId="4147514446" sldId="263"/>
        </pc:sldMkLst>
        <pc:picChg chg="add mod">
          <ac:chgData name="Soundhu Prabhu" userId="7206d93d609f01c9" providerId="LiveId" clId="{3071CAAF-30F8-4B4B-939E-D86A1137979F}" dt="2026-01-04T06:34:21.775" v="303" actId="167"/>
          <ac:picMkLst>
            <pc:docMk/>
            <pc:sldMk cId="4147514446" sldId="263"/>
            <ac:picMk id="10242" creationId="{9640274B-7ABD-9AC3-6C2C-081088CDFFE7}"/>
          </ac:picMkLst>
        </pc:picChg>
      </pc:sldChg>
      <pc:sldChg chg="addSp modSp modTransition">
        <pc:chgData name="Soundhu Prabhu" userId="7206d93d609f01c9" providerId="LiveId" clId="{3071CAAF-30F8-4B4B-939E-D86A1137979F}" dt="2026-01-04T06:36:26.488" v="331"/>
        <pc:sldMkLst>
          <pc:docMk/>
          <pc:sldMk cId="2239395708" sldId="264"/>
        </pc:sldMkLst>
        <pc:picChg chg="add mod">
          <ac:chgData name="Soundhu Prabhu" userId="7206d93d609f01c9" providerId="LiveId" clId="{3071CAAF-30F8-4B4B-939E-D86A1137979F}" dt="2026-01-04T06:34:14.968" v="301" actId="167"/>
          <ac:picMkLst>
            <pc:docMk/>
            <pc:sldMk cId="2239395708" sldId="264"/>
            <ac:picMk id="9218" creationId="{DBE0DFB7-F357-B311-950D-8CA44FD6D877}"/>
          </ac:picMkLst>
        </pc:picChg>
      </pc:sldChg>
      <pc:sldChg chg="addSp delSp modSp new mod modTransition">
        <pc:chgData name="Soundhu Prabhu" userId="7206d93d609f01c9" providerId="LiveId" clId="{3071CAAF-30F8-4B4B-939E-D86A1137979F}" dt="2026-01-04T06:36:30.797" v="332"/>
        <pc:sldMkLst>
          <pc:docMk/>
          <pc:sldMk cId="1103673063" sldId="265"/>
        </pc:sldMkLst>
        <pc:spChg chg="mod">
          <ac:chgData name="Soundhu Prabhu" userId="7206d93d609f01c9" providerId="LiveId" clId="{3071CAAF-30F8-4B4B-939E-D86A1137979F}" dt="2026-01-04T06:33:49.512" v="296" actId="167"/>
          <ac:spMkLst>
            <pc:docMk/>
            <pc:sldMk cId="1103673063" sldId="265"/>
            <ac:spMk id="2" creationId="{72C7C630-DC2C-2CDB-3342-73DEE12CEC82}"/>
          </ac:spMkLst>
        </pc:spChg>
        <pc:spChg chg="add mod">
          <ac:chgData name="Soundhu Prabhu" userId="7206d93d609f01c9" providerId="LiveId" clId="{3071CAAF-30F8-4B4B-939E-D86A1137979F}" dt="2026-01-04T06:03:24.955" v="59" actId="14100"/>
          <ac:spMkLst>
            <pc:docMk/>
            <pc:sldMk cId="1103673063" sldId="265"/>
            <ac:spMk id="5" creationId="{B3B87D89-5EA9-5B73-3A5D-DCDC4C72905E}"/>
          </ac:spMkLst>
        </pc:spChg>
        <pc:spChg chg="add mod">
          <ac:chgData name="Soundhu Prabhu" userId="7206d93d609f01c9" providerId="LiveId" clId="{3071CAAF-30F8-4B4B-939E-D86A1137979F}" dt="2026-01-04T06:01:51.494" v="44" actId="14100"/>
          <ac:spMkLst>
            <pc:docMk/>
            <pc:sldMk cId="1103673063" sldId="265"/>
            <ac:spMk id="6" creationId="{CB4B2C8C-86AB-320C-AD54-D6F1E689C29C}"/>
          </ac:spMkLst>
        </pc:spChg>
        <pc:picChg chg="add mod">
          <ac:chgData name="Soundhu Prabhu" userId="7206d93d609f01c9" providerId="LiveId" clId="{3071CAAF-30F8-4B4B-939E-D86A1137979F}" dt="2026-01-04T06:01:59.985" v="48" actId="1440"/>
          <ac:picMkLst>
            <pc:docMk/>
            <pc:sldMk cId="1103673063" sldId="265"/>
            <ac:picMk id="8" creationId="{2EC2EBEE-FEF5-520F-35F3-97EB8E203191}"/>
          </ac:picMkLst>
        </pc:picChg>
        <pc:picChg chg="add mod">
          <ac:chgData name="Soundhu Prabhu" userId="7206d93d609f01c9" providerId="LiveId" clId="{3071CAAF-30F8-4B4B-939E-D86A1137979F}" dt="2026-01-04T06:03:31.082" v="61" actId="1440"/>
          <ac:picMkLst>
            <pc:docMk/>
            <pc:sldMk cId="1103673063" sldId="265"/>
            <ac:picMk id="10" creationId="{24F4822E-41AD-F5DD-511D-471F42F91BB8}"/>
          </ac:picMkLst>
        </pc:picChg>
        <pc:picChg chg="add mod">
          <ac:chgData name="Soundhu Prabhu" userId="7206d93d609f01c9" providerId="LiveId" clId="{3071CAAF-30F8-4B4B-939E-D86A1137979F}" dt="2026-01-04T06:34:04.529" v="299" actId="167"/>
          <ac:picMkLst>
            <pc:docMk/>
            <pc:sldMk cId="1103673063" sldId="265"/>
            <ac:picMk id="8196" creationId="{0649A18C-8070-8D0D-18AC-10EF39E53C8B}"/>
          </ac:picMkLst>
        </pc:picChg>
      </pc:sldChg>
      <pc:sldChg chg="addSp delSp modSp new mod modTransition">
        <pc:chgData name="Soundhu Prabhu" userId="7206d93d609f01c9" providerId="LiveId" clId="{3071CAAF-30F8-4B4B-939E-D86A1137979F}" dt="2026-01-06T15:27:26.647" v="406" actId="1440"/>
        <pc:sldMkLst>
          <pc:docMk/>
          <pc:sldMk cId="4219288886" sldId="266"/>
        </pc:sldMkLst>
        <pc:spChg chg="mod">
          <ac:chgData name="Soundhu Prabhu" userId="7206d93d609f01c9" providerId="LiveId" clId="{3071CAAF-30F8-4B4B-939E-D86A1137979F}" dt="2026-01-04T06:33:03.916" v="288" actId="167"/>
          <ac:spMkLst>
            <pc:docMk/>
            <pc:sldMk cId="4219288886" sldId="266"/>
            <ac:spMk id="2" creationId="{A7F85BFF-F94B-4B3F-F88F-50462A7289B2}"/>
          </ac:spMkLst>
        </pc:spChg>
        <pc:spChg chg="add mod">
          <ac:chgData name="Soundhu Prabhu" userId="7206d93d609f01c9" providerId="LiveId" clId="{3071CAAF-30F8-4B4B-939E-D86A1137979F}" dt="2026-01-04T06:06:11.795" v="84" actId="478"/>
          <ac:spMkLst>
            <pc:docMk/>
            <pc:sldMk cId="4219288886" sldId="266"/>
            <ac:spMk id="7" creationId="{77C5A04C-16BF-D0F8-0031-77FDFF126FAC}"/>
          </ac:spMkLst>
        </pc:spChg>
        <pc:picChg chg="add del mod">
          <ac:chgData name="Soundhu Prabhu" userId="7206d93d609f01c9" providerId="LiveId" clId="{3071CAAF-30F8-4B4B-939E-D86A1137979F}" dt="2026-01-06T15:27:04.147" v="401" actId="478"/>
          <ac:picMkLst>
            <pc:docMk/>
            <pc:sldMk cId="4219288886" sldId="266"/>
            <ac:picMk id="4" creationId="{4B972BE7-48B9-C110-6B2E-0BACDB0A0238}"/>
          </ac:picMkLst>
        </pc:picChg>
        <pc:picChg chg="add mod">
          <ac:chgData name="Soundhu Prabhu" userId="7206d93d609f01c9" providerId="LiveId" clId="{3071CAAF-30F8-4B4B-939E-D86A1137979F}" dt="2026-01-06T15:27:26.647" v="406" actId="1440"/>
          <ac:picMkLst>
            <pc:docMk/>
            <pc:sldMk cId="4219288886" sldId="266"/>
            <ac:picMk id="6" creationId="{CC2D646F-5C30-C340-A960-04BFBE53032C}"/>
          </ac:picMkLst>
        </pc:picChg>
        <pc:picChg chg="add del mod">
          <ac:chgData name="Soundhu Prabhu" userId="7206d93d609f01c9" providerId="LiveId" clId="{3071CAAF-30F8-4B4B-939E-D86A1137979F}" dt="2026-01-06T14:18:08.048" v="352" actId="478"/>
          <ac:picMkLst>
            <pc:docMk/>
            <pc:sldMk cId="4219288886" sldId="266"/>
            <ac:picMk id="9" creationId="{848E7BBC-302E-0DA2-4F00-C351D9793A09}"/>
          </ac:picMkLst>
        </pc:picChg>
        <pc:picChg chg="add mod">
          <ac:chgData name="Soundhu Prabhu" userId="7206d93d609f01c9" providerId="LiveId" clId="{3071CAAF-30F8-4B4B-939E-D86A1137979F}" dt="2026-01-04T06:33:35.858" v="293" actId="167"/>
          <ac:picMkLst>
            <pc:docMk/>
            <pc:sldMk cId="4219288886" sldId="266"/>
            <ac:picMk id="7174" creationId="{E06DCB93-692B-D5AE-36EF-73C3AEEAD252}"/>
          </ac:picMkLst>
        </pc:picChg>
      </pc:sldChg>
      <pc:sldChg chg="addSp delSp modSp new mod modTransition">
        <pc:chgData name="Soundhu Prabhu" userId="7206d93d609f01c9" providerId="LiveId" clId="{3071CAAF-30F8-4B4B-939E-D86A1137979F}" dt="2026-01-04T06:37:01.548" v="337"/>
        <pc:sldMkLst>
          <pc:docMk/>
          <pc:sldMk cId="454607680" sldId="267"/>
        </pc:sldMkLst>
        <pc:spChg chg="mod">
          <ac:chgData name="Soundhu Prabhu" userId="7206d93d609f01c9" providerId="LiveId" clId="{3071CAAF-30F8-4B4B-939E-D86A1137979F}" dt="2026-01-04T06:07:06.497" v="98" actId="14100"/>
          <ac:spMkLst>
            <pc:docMk/>
            <pc:sldMk cId="454607680" sldId="267"/>
            <ac:spMk id="2" creationId="{2ADB9326-515A-1EF6-2FEA-5539CD402524}"/>
          </ac:spMkLst>
        </pc:spChg>
        <pc:spChg chg="add del mod">
          <ac:chgData name="Soundhu Prabhu" userId="7206d93d609f01c9" providerId="LiveId" clId="{3071CAAF-30F8-4B4B-939E-D86A1137979F}" dt="2026-01-04T06:09:40.212" v="150" actId="27636"/>
          <ac:spMkLst>
            <pc:docMk/>
            <pc:sldMk cId="454607680" sldId="267"/>
            <ac:spMk id="3" creationId="{2C12E965-EBF2-A535-8DE7-E5C4B5AECFFB}"/>
          </ac:spMkLst>
        </pc:spChg>
        <pc:picChg chg="add mod">
          <ac:chgData name="Soundhu Prabhu" userId="7206d93d609f01c9" providerId="LiveId" clId="{3071CAAF-30F8-4B4B-939E-D86A1137979F}" dt="2026-01-04T06:32:50.042" v="285" actId="167"/>
          <ac:picMkLst>
            <pc:docMk/>
            <pc:sldMk cId="454607680" sldId="267"/>
            <ac:picMk id="4099" creationId="{B036507B-9E73-B062-98EB-FE36C1BC239C}"/>
          </ac:picMkLst>
        </pc:picChg>
      </pc:sldChg>
      <pc:sldChg chg="addSp delSp modSp new mod modTransition">
        <pc:chgData name="Soundhu Prabhu" userId="7206d93d609f01c9" providerId="LiveId" clId="{3071CAAF-30F8-4B4B-939E-D86A1137979F}" dt="2026-01-04T06:37:06.895" v="338"/>
        <pc:sldMkLst>
          <pc:docMk/>
          <pc:sldMk cId="3091035822" sldId="268"/>
        </pc:sldMkLst>
        <pc:spChg chg="mod">
          <ac:chgData name="Soundhu Prabhu" userId="7206d93d609f01c9" providerId="LiveId" clId="{3071CAAF-30F8-4B4B-939E-D86A1137979F}" dt="2026-01-04T06:23:23.354" v="241" actId="14100"/>
          <ac:spMkLst>
            <pc:docMk/>
            <pc:sldMk cId="3091035822" sldId="268"/>
            <ac:spMk id="2" creationId="{0D94A35A-51C3-012A-1DEF-C7058B045BC5}"/>
          </ac:spMkLst>
        </pc:spChg>
        <pc:graphicFrameChg chg="add del mod ord">
          <ac:chgData name="Soundhu Prabhu" userId="7206d93d609f01c9" providerId="LiveId" clId="{3071CAAF-30F8-4B4B-939E-D86A1137979F}" dt="2026-01-04T06:32:31.954" v="281"/>
          <ac:graphicFrameMkLst>
            <pc:docMk/>
            <pc:sldMk cId="3091035822" sldId="268"/>
            <ac:graphicFrameMk id="5" creationId="{799010E5-6735-AE18-7F4E-E9AEA602F5C7}"/>
          </ac:graphicFrameMkLst>
        </pc:graphicFrameChg>
        <pc:picChg chg="add mod">
          <ac:chgData name="Soundhu Prabhu" userId="7206d93d609f01c9" providerId="LiveId" clId="{3071CAAF-30F8-4B4B-939E-D86A1137979F}" dt="2026-01-04T06:32:39.979" v="283" actId="167"/>
          <ac:picMkLst>
            <pc:docMk/>
            <pc:sldMk cId="3091035822" sldId="268"/>
            <ac:picMk id="6146" creationId="{C1874BA1-BB48-FF1C-12F6-81A21948A161}"/>
          </ac:picMkLst>
        </pc:picChg>
      </pc:sldChg>
      <pc:sldChg chg="addSp delSp modSp new mod modTransition">
        <pc:chgData name="Soundhu Prabhu" userId="7206d93d609f01c9" providerId="LiveId" clId="{3071CAAF-30F8-4B4B-939E-D86A1137979F}" dt="2026-01-04T06:37:12.184" v="339"/>
        <pc:sldMkLst>
          <pc:docMk/>
          <pc:sldMk cId="3443839294" sldId="269"/>
        </pc:sldMkLst>
        <pc:picChg chg="add mod">
          <ac:chgData name="Soundhu Prabhu" userId="7206d93d609f01c9" providerId="LiveId" clId="{3071CAAF-30F8-4B4B-939E-D86A1137979F}" dt="2026-01-04T06:26:45.215" v="272" actId="1440"/>
          <ac:picMkLst>
            <pc:docMk/>
            <pc:sldMk cId="3443839294" sldId="269"/>
            <ac:picMk id="5122" creationId="{600EB393-F6EE-2126-7109-1C233269D90A}"/>
          </ac:picMkLst>
        </pc:picChg>
      </pc:sldChg>
      <pc:sldChg chg="addSp modSp new mod">
        <pc:chgData name="Soundhu Prabhu" userId="7206d93d609f01c9" providerId="LiveId" clId="{3071CAAF-30F8-4B4B-939E-D86A1137979F}" dt="2026-01-06T15:04:47.192" v="400" actId="404"/>
        <pc:sldMkLst>
          <pc:docMk/>
          <pc:sldMk cId="1293774962" sldId="270"/>
        </pc:sldMkLst>
        <pc:spChg chg="add mod">
          <ac:chgData name="Soundhu Prabhu" userId="7206d93d609f01c9" providerId="LiveId" clId="{3071CAAF-30F8-4B4B-939E-D86A1137979F}" dt="2026-01-06T15:03:36.419" v="375" actId="114"/>
          <ac:spMkLst>
            <pc:docMk/>
            <pc:sldMk cId="1293774962" sldId="270"/>
            <ac:spMk id="5" creationId="{0F80265D-BC97-C13E-128F-290BA5EBC08F}"/>
          </ac:spMkLst>
        </pc:spChg>
        <pc:spChg chg="add mod">
          <ac:chgData name="Soundhu Prabhu" userId="7206d93d609f01c9" providerId="LiveId" clId="{3071CAAF-30F8-4B4B-939E-D86A1137979F}" dt="2026-01-06T15:03:12.687" v="366" actId="17032"/>
          <ac:spMkLst>
            <pc:docMk/>
            <pc:sldMk cId="1293774962" sldId="270"/>
            <ac:spMk id="6" creationId="{CFB5E43D-27C4-4AF5-686E-ACB71EE5B5E7}"/>
          </ac:spMkLst>
        </pc:spChg>
        <pc:spChg chg="add mod">
          <ac:chgData name="Soundhu Prabhu" userId="7206d93d609f01c9" providerId="LiveId" clId="{3071CAAF-30F8-4B4B-939E-D86A1137979F}" dt="2026-01-06T15:04:47.192" v="400" actId="404"/>
          <ac:spMkLst>
            <pc:docMk/>
            <pc:sldMk cId="1293774962" sldId="270"/>
            <ac:spMk id="7" creationId="{4964AA81-E858-CCA3-3E10-17FF7BA3B1A0}"/>
          </ac:spMkLst>
        </pc:spChg>
        <pc:picChg chg="add">
          <ac:chgData name="Soundhu Prabhu" userId="7206d93d609f01c9" providerId="LiveId" clId="{3071CAAF-30F8-4B4B-939E-D86A1137979F}" dt="2026-01-06T15:02:41.193" v="362"/>
          <ac:picMkLst>
            <pc:docMk/>
            <pc:sldMk cId="1293774962" sldId="270"/>
            <ac:picMk id="4" creationId="{519F3534-E9E4-DF45-79E5-F6AAE7613C13}"/>
          </ac:picMkLst>
        </pc:picChg>
        <pc:picChg chg="add mod">
          <ac:chgData name="Soundhu Prabhu" userId="7206d93d609f01c9" providerId="LiveId" clId="{3071CAAF-30F8-4B4B-939E-D86A1137979F}" dt="2026-01-06T15:04:14.796" v="385" actId="1440"/>
          <ac:picMkLst>
            <pc:docMk/>
            <pc:sldMk cId="1293774962" sldId="270"/>
            <ac:picMk id="8" creationId="{7A75EB3C-096F-B654-6752-A86CC94C6916}"/>
          </ac:picMkLst>
        </pc:picChg>
      </pc:sldChg>
      <pc:sldChg chg="addSp modSp new mod">
        <pc:chgData name="Soundhu Prabhu" userId="7206d93d609f01c9" providerId="LiveId" clId="{3071CAAF-30F8-4B4B-939E-D86A1137979F}" dt="2026-01-06T15:29:36.358" v="419" actId="1440"/>
        <pc:sldMkLst>
          <pc:docMk/>
          <pc:sldMk cId="2075299265" sldId="271"/>
        </pc:sldMkLst>
        <pc:spChg chg="add mod">
          <ac:chgData name="Soundhu Prabhu" userId="7206d93d609f01c9" providerId="LiveId" clId="{3071CAAF-30F8-4B4B-939E-D86A1137979F}" dt="2026-01-06T15:27:58.327" v="414" actId="403"/>
          <ac:spMkLst>
            <pc:docMk/>
            <pc:sldMk cId="2075299265" sldId="271"/>
            <ac:spMk id="5" creationId="{4BE51FBF-0B46-69CE-9F7A-2B4ADFC2B786}"/>
          </ac:spMkLst>
        </pc:spChg>
        <pc:picChg chg="add mod">
          <ac:chgData name="Soundhu Prabhu" userId="7206d93d609f01c9" providerId="LiveId" clId="{3071CAAF-30F8-4B4B-939E-D86A1137979F}" dt="2026-01-06T15:27:37.391" v="408"/>
          <ac:picMkLst>
            <pc:docMk/>
            <pc:sldMk cId="2075299265" sldId="271"/>
            <ac:picMk id="4" creationId="{4D846EB7-B36F-994C-38F7-D66D7FB31228}"/>
          </ac:picMkLst>
        </pc:picChg>
        <pc:picChg chg="add mod">
          <ac:chgData name="Soundhu Prabhu" userId="7206d93d609f01c9" providerId="LiveId" clId="{3071CAAF-30F8-4B4B-939E-D86A1137979F}" dt="2026-01-06T15:29:36.358" v="419" actId="1440"/>
          <ac:picMkLst>
            <pc:docMk/>
            <pc:sldMk cId="2075299265" sldId="271"/>
            <ac:picMk id="7" creationId="{F4D4C6B8-E83A-6664-D3AF-7B9C69EDFB3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A71A55-6CEC-42DC-8695-21E189650509}" type="doc">
      <dgm:prSet loTypeId="urn:microsoft.com/office/officeart/2005/8/layout/target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197FC0-87E3-4ADB-95B6-4FC264B43315}">
      <dgm:prSet/>
      <dgm:spPr/>
      <dgm:t>
        <a:bodyPr/>
        <a:lstStyle/>
        <a:p>
          <a:r>
            <a:rPr lang="en-US" i="1" dirty="0"/>
            <a:t>This Power BI solution does more than just display numbers; it provides a framework for </a:t>
          </a:r>
          <a:r>
            <a:rPr lang="en-US" b="1" i="1" dirty="0"/>
            <a:t>predictive decision-making</a:t>
          </a:r>
          <a:r>
            <a:rPr lang="en-US" i="1" dirty="0"/>
            <a:t>. By leveraging DAX to uncover hidden usage patterns, businesses can optimize their inventory turnover, maximize profit margins, and provide greater transparency to the end consumer.</a:t>
          </a:r>
          <a:endParaRPr lang="en-US" dirty="0"/>
        </a:p>
      </dgm:t>
    </dgm:pt>
    <dgm:pt modelId="{DCC21609-E19C-4664-A4AC-ADE04A2DCB93}" type="parTrans" cxnId="{27489EE6-0F0E-40DA-8D35-0738C4E5B479}">
      <dgm:prSet/>
      <dgm:spPr/>
      <dgm:t>
        <a:bodyPr/>
        <a:lstStyle/>
        <a:p>
          <a:endParaRPr lang="en-US"/>
        </a:p>
      </dgm:t>
    </dgm:pt>
    <dgm:pt modelId="{4AEB3561-9EA5-43B0-9565-F8929CF051FB}" type="sibTrans" cxnId="{27489EE6-0F0E-40DA-8D35-0738C4E5B479}">
      <dgm:prSet/>
      <dgm:spPr/>
      <dgm:t>
        <a:bodyPr/>
        <a:lstStyle/>
        <a:p>
          <a:endParaRPr lang="en-US"/>
        </a:p>
      </dgm:t>
    </dgm:pt>
    <dgm:pt modelId="{F408DFD8-0E70-4642-B560-CE22F07DFF64}" type="pres">
      <dgm:prSet presAssocID="{80A71A55-6CEC-42DC-8695-21E189650509}" presName="composite" presStyleCnt="0">
        <dgm:presLayoutVars>
          <dgm:chMax val="5"/>
          <dgm:dir/>
          <dgm:resizeHandles val="exact"/>
        </dgm:presLayoutVars>
      </dgm:prSet>
      <dgm:spPr/>
    </dgm:pt>
    <dgm:pt modelId="{E2375533-3809-467A-90C6-243DB250925C}" type="pres">
      <dgm:prSet presAssocID="{49197FC0-87E3-4ADB-95B6-4FC264B43315}" presName="circle1" presStyleLbl="lnNode1" presStyleIdx="0" presStyleCnt="1" custLinFactNeighborX="-29827" custLinFactNeighborY="-9641"/>
      <dgm:spPr>
        <a:blipFill rotWithShape="0">
          <a:blip xmlns:r="http://schemas.openxmlformats.org/officeDocument/2006/relationships" r:embed="rId1"/>
          <a:srcRect/>
          <a:stretch>
            <a:fillRect t="-25000" b="-25000"/>
          </a:stretch>
        </a:blipFill>
      </dgm:spPr>
    </dgm:pt>
    <dgm:pt modelId="{BBACD42B-F24B-479F-A59B-3D4B9B4D8C70}" type="pres">
      <dgm:prSet presAssocID="{49197FC0-87E3-4ADB-95B6-4FC264B43315}" presName="text1" presStyleLbl="revTx" presStyleIdx="0" presStyleCnt="1" custScaleX="368020" custScaleY="243145" custLinFactNeighborX="67637" custLinFactNeighborY="43223">
        <dgm:presLayoutVars>
          <dgm:bulletEnabled val="1"/>
        </dgm:presLayoutVars>
      </dgm:prSet>
      <dgm:spPr/>
    </dgm:pt>
    <dgm:pt modelId="{FEE4A0C4-A0A5-4280-9BCB-313192C7F536}" type="pres">
      <dgm:prSet presAssocID="{49197FC0-87E3-4ADB-95B6-4FC264B43315}" presName="line1" presStyleLbl="callout" presStyleIdx="0" presStyleCnt="2"/>
      <dgm:spPr/>
    </dgm:pt>
    <dgm:pt modelId="{8677CE11-ABB9-4ABB-911D-951CE5C1F3BF}" type="pres">
      <dgm:prSet presAssocID="{49197FC0-87E3-4ADB-95B6-4FC264B43315}" presName="d1" presStyleLbl="callout" presStyleIdx="1" presStyleCnt="2"/>
      <dgm:spPr/>
    </dgm:pt>
  </dgm:ptLst>
  <dgm:cxnLst>
    <dgm:cxn modelId="{8074C63B-61BD-4A46-80F7-BDDE33CB4B0A}" type="presOf" srcId="{49197FC0-87E3-4ADB-95B6-4FC264B43315}" destId="{BBACD42B-F24B-479F-A59B-3D4B9B4D8C70}" srcOrd="0" destOrd="0" presId="urn:microsoft.com/office/officeart/2005/8/layout/target1"/>
    <dgm:cxn modelId="{27489EE6-0F0E-40DA-8D35-0738C4E5B479}" srcId="{80A71A55-6CEC-42DC-8695-21E189650509}" destId="{49197FC0-87E3-4ADB-95B6-4FC264B43315}" srcOrd="0" destOrd="0" parTransId="{DCC21609-E19C-4664-A4AC-ADE04A2DCB93}" sibTransId="{4AEB3561-9EA5-43B0-9565-F8929CF051FB}"/>
    <dgm:cxn modelId="{4B2D4BEA-3B01-48A1-A5CD-5CE8A9D97343}" type="presOf" srcId="{80A71A55-6CEC-42DC-8695-21E189650509}" destId="{F408DFD8-0E70-4642-B560-CE22F07DFF64}" srcOrd="0" destOrd="0" presId="urn:microsoft.com/office/officeart/2005/8/layout/target1"/>
    <dgm:cxn modelId="{FFBB12E7-121A-4FBA-BC9F-497EBAA8BE89}" type="presParOf" srcId="{F408DFD8-0E70-4642-B560-CE22F07DFF64}" destId="{E2375533-3809-467A-90C6-243DB250925C}" srcOrd="0" destOrd="0" presId="urn:microsoft.com/office/officeart/2005/8/layout/target1"/>
    <dgm:cxn modelId="{7134C0BD-D6AD-4F98-8B3D-980F8BD86D7E}" type="presParOf" srcId="{F408DFD8-0E70-4642-B560-CE22F07DFF64}" destId="{BBACD42B-F24B-479F-A59B-3D4B9B4D8C70}" srcOrd="1" destOrd="0" presId="urn:microsoft.com/office/officeart/2005/8/layout/target1"/>
    <dgm:cxn modelId="{02E86C30-6836-4D05-9324-B5D9D6D60D0F}" type="presParOf" srcId="{F408DFD8-0E70-4642-B560-CE22F07DFF64}" destId="{FEE4A0C4-A0A5-4280-9BCB-313192C7F536}" srcOrd="2" destOrd="0" presId="urn:microsoft.com/office/officeart/2005/8/layout/target1"/>
    <dgm:cxn modelId="{D92CE8D4-5E57-4223-83DA-121B1B5B3A99}" type="presParOf" srcId="{F408DFD8-0E70-4642-B560-CE22F07DFF64}" destId="{8677CE11-ABB9-4ABB-911D-951CE5C1F3BF}" srcOrd="3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75533-3809-467A-90C6-243DB250925C}">
      <dsp:nvSpPr>
        <dsp:cNvPr id="0" name=""/>
        <dsp:cNvSpPr/>
      </dsp:nvSpPr>
      <dsp:spPr>
        <a:xfrm>
          <a:off x="53152" y="1369920"/>
          <a:ext cx="3548715" cy="3548715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t="-25000" b="-2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ACD42B-F24B-479F-A59B-3D4B9B4D8C70}">
      <dsp:nvSpPr>
        <dsp:cNvPr id="0" name=""/>
        <dsp:cNvSpPr/>
      </dsp:nvSpPr>
      <dsp:spPr>
        <a:xfrm>
          <a:off x="3985608" y="109962"/>
          <a:ext cx="6529991" cy="3595218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1" kern="1200" dirty="0"/>
            <a:t>This Power BI solution does more than just display numbers; it provides a framework for </a:t>
          </a:r>
          <a:r>
            <a:rPr lang="en-US" sz="2800" b="1" i="1" kern="1200" dirty="0"/>
            <a:t>predictive decision-making</a:t>
          </a:r>
          <a:r>
            <a:rPr lang="en-US" sz="2800" i="1" kern="1200" dirty="0"/>
            <a:t>. By leveraging DAX to uncover hidden usage patterns, businesses can optimize their inventory turnover, maximize profit margins, and provide greater transparency to the end consumer.</a:t>
          </a:r>
          <a:endParaRPr lang="en-US" sz="2800" kern="1200" dirty="0"/>
        </a:p>
      </dsp:txBody>
      <dsp:txXfrm>
        <a:off x="3985608" y="109962"/>
        <a:ext cx="6529991" cy="3595218"/>
      </dsp:txXfrm>
    </dsp:sp>
    <dsp:sp modelId="{FEE4A0C4-A0A5-4280-9BCB-313192C7F536}">
      <dsp:nvSpPr>
        <dsp:cNvPr id="0" name=""/>
        <dsp:cNvSpPr/>
      </dsp:nvSpPr>
      <dsp:spPr>
        <a:xfrm>
          <a:off x="4808207" y="1268462"/>
          <a:ext cx="4435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77CE11-ABB9-4ABB-911D-951CE5C1F3BF}">
      <dsp:nvSpPr>
        <dsp:cNvPr id="0" name=""/>
        <dsp:cNvSpPr/>
      </dsp:nvSpPr>
      <dsp:spPr>
        <a:xfrm rot="5400000">
          <a:off x="2736792" y="1416473"/>
          <a:ext cx="2219130" cy="192074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10000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4A38-3232-687C-85F1-9793C358B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9BD3C-661E-1049-E933-FCFE8F620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CAD1-E6DA-B88A-01BE-17028359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09CE7-25FC-466E-2927-2FB47020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3FA2-F505-D5DD-55C7-B5F757DB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0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B588-F699-C165-DB1A-70A68F69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0F9CF-05D7-1294-3A00-07F59551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52263-DF38-B5CD-85C1-83E03530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F5A90-70AA-8660-56A5-E5138AD0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906C9-D807-6FA0-2319-A3002FE8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7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7D14-4A33-4A6F-75E3-06FD0D17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CC8A5-81EB-E22C-AF7C-9364CF03F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557C-FE86-C9FF-7550-F3D0E0A1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C624C-0252-04E1-45F4-D85DEFD5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956E5-A7C2-69E1-9393-1FD18CDD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9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63BD-BF1E-D817-0266-5F6DA024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7A64-5742-1461-075A-A808D52B6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3B004-10A3-603F-A346-DB86A6E6B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01D1B-4A56-B02F-530D-2FE2A366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9FC20-01E6-94EB-3D30-9D79B270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B9C5C-D67D-35E2-AD35-40E69CA7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2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722E-44F7-085E-2C2A-D00263CD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C189B-223F-01BA-381F-CA19A95F4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F133-DA7B-0A7E-223B-1FA51EEF3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9DDFE-6AE3-54FD-A51D-D1F036DAA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D2777-A57E-1814-AAE7-26E832313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2A4C8-4831-5B41-5E95-FAE85763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8C0F0-8AD8-2C99-6E26-77842C67C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24B36-F22A-D5A2-5FEE-21130A99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6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C613-DB10-D79B-2A6B-E4BE3DA3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7863D-94B2-B07E-4E45-82C8BB7E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3C83-3B05-6BFE-819C-F64732F8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23BDA-DA65-29CF-32EF-7C35816A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6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CB95E-A1A9-A6E6-8544-10E74FFD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F8424-4AA9-5D74-4CD2-8FD38E55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D7BB7-A280-1F29-74A9-32BE62DB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4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DEEC-79A1-96DB-0431-4BB90078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8D0D4-0E2B-7571-5FD4-F69406C48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621F-20CF-C9A0-1CBD-10A501406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8B703-3D5B-0FF2-469E-53DB18BB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E9349-E273-976C-5311-57CDA1F5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76B43-7AB2-BB3E-1A87-4224B26E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98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1CBD-799D-43FC-1A16-52360DAD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BFD75-1EF7-9950-0989-E60090395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EE1E5-FB50-178D-BCC7-3D54FB701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05308-EC37-E6B9-779C-996A7791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F4151-B891-A7FC-9937-BC839A07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E56AC-7F57-7B65-0210-47274381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0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45C4-8313-04F4-DA0B-3C712CAA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F8F48-FB81-D8A3-E10B-2EB8CC002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85401-BCF9-4E4C-5BC9-D4E64CE0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99EC8-B8A7-C11A-EC46-1E811143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7CA2-092C-52B7-3971-2B1F0E88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3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FC609-7067-4E67-C271-D7FE1C8D4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E3B3B-8C83-4EF6-6C85-1ED9D5B74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03B4D-C84A-0F82-9D6A-FA6FC1EA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8D661-48DB-845F-35B8-C3CF46C6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5353-AEF3-C471-F6E4-86FE84FB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3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9E960-F46C-C9DC-A6FA-279F7903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0FD41-C7FF-E2B2-EB9B-8245E8487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22328-2AA6-F39F-50F7-F53739C2A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B48CC-8479-499E-9AEF-CEFEB9D140C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DBEE-1AC3-F222-732B-0BA93BE4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C9921-0F24-5609-C90C-89A956787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DDF3F-9F23-473A-AA6D-617FE0E86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9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zafarali27/car-price-prediction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0F2C27E7-5564-4046-741B-F6D37847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9BA046-71D9-6AB4-5DB6-EB0C2EE42D13}"/>
              </a:ext>
            </a:extLst>
          </p:cNvPr>
          <p:cNvSpPr txBox="1"/>
          <p:nvPr/>
        </p:nvSpPr>
        <p:spPr>
          <a:xfrm>
            <a:off x="816076" y="186814"/>
            <a:ext cx="558472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 Price Prediction Analysis</a:t>
            </a: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-P. Abirami Soundharya</a:t>
            </a:r>
            <a:b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Sep 2025 Batch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6994492-28B7-6F39-4220-B6F490C4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54978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10905378-31EB-1F58-D3D8-94D5E262D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E9C3CC-F1EE-79CC-C65F-431DB14B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01096-A64B-8C20-0F2E-89FEB920B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	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DECD819-4C5E-8B24-DC72-9FB139EF9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89" y="132735"/>
            <a:ext cx="6312311" cy="6523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06220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ACA5A9E-78AC-67E4-D03F-C2A8111DF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8D4430-C203-D409-2918-84E12A6F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39348" cy="1325563"/>
          </a:xfrm>
        </p:spPr>
        <p:txBody>
          <a:bodyPr/>
          <a:lstStyle/>
          <a:p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	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24E33C-5ECA-1DF3-35F5-86C216F27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5702"/>
          <a:stretch>
            <a:fillRect/>
          </a:stretch>
        </p:blipFill>
        <p:spPr>
          <a:xfrm>
            <a:off x="6764594" y="550606"/>
            <a:ext cx="4888520" cy="5261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A07E39-210A-C262-081C-FC547574B232}"/>
              </a:ext>
            </a:extLst>
          </p:cNvPr>
          <p:cNvSpPr txBox="1"/>
          <p:nvPr/>
        </p:nvSpPr>
        <p:spPr>
          <a:xfrm>
            <a:off x="838200" y="1690688"/>
            <a:ext cx="53856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 dataset is designed to provide valuable insights into factors influencing car prices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 Car ID, Brand, Year, Engine Size, Fuel Type, Transmission, Mileage, Condition, Price and Model.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OVERVIEW- 2500 ROWS, 10 COLUMNS.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https://www.kaggle.com/datasets/zafarali27/car-price-prediction/data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0647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8EB3-BB99-C8D5-A48E-43CBC084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C7DB0-CC11-0D34-025B-1F6AE3359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F3534-E9E4-DF45-79E5-F6AAE761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80265D-BC97-C13E-128F-290BA5EBC08F}"/>
              </a:ext>
            </a:extLst>
          </p:cNvPr>
          <p:cNvSpPr txBox="1"/>
          <p:nvPr/>
        </p:nvSpPr>
        <p:spPr>
          <a:xfrm>
            <a:off x="484239" y="577791"/>
            <a:ext cx="5837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5E43D-27C4-4AF5-686E-ACB71EE5B5E7}"/>
              </a:ext>
            </a:extLst>
          </p:cNvPr>
          <p:cNvSpPr/>
          <p:nvPr/>
        </p:nvSpPr>
        <p:spPr>
          <a:xfrm>
            <a:off x="727587" y="2330245"/>
            <a:ext cx="6056671" cy="3846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4AA81-E858-CCA3-3E10-17FF7BA3B1A0}"/>
              </a:ext>
            </a:extLst>
          </p:cNvPr>
          <p:cNvSpPr txBox="1"/>
          <p:nvPr/>
        </p:nvSpPr>
        <p:spPr>
          <a:xfrm>
            <a:off x="484239" y="1966452"/>
            <a:ext cx="52381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process of this dataset includes,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Dataset checked for respective datatypes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Duplicates are removed using Remove Duplicate option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clean and clear dataset ready for analysis.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75EB3C-096F-B654-6752-A86CC94C6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65" r="1" b="5324"/>
          <a:stretch>
            <a:fillRect/>
          </a:stretch>
        </p:blipFill>
        <p:spPr>
          <a:xfrm>
            <a:off x="6096001" y="1144588"/>
            <a:ext cx="5611760" cy="47154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3774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9AD4EB93-D8AC-8C70-AE3A-56CB05246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6454D-E05C-822B-D6A5-A8C352F9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0AD0E0-82D0-BC96-0F9E-122330F69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982"/>
          <a:stretch>
            <a:fillRect/>
          </a:stretch>
        </p:blipFill>
        <p:spPr>
          <a:xfrm>
            <a:off x="838200" y="1892315"/>
            <a:ext cx="3175819" cy="132556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99B349-C590-EDD4-73A7-1549F17B0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43930"/>
            <a:ext cx="3175819" cy="132556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81DD63-93F0-8AA5-E59A-D974FEC82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52" y="5389681"/>
            <a:ext cx="3266767" cy="124216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26182E58-5700-EF92-43DD-216794543EEA}"/>
              </a:ext>
            </a:extLst>
          </p:cNvPr>
          <p:cNvSpPr/>
          <p:nvPr/>
        </p:nvSpPr>
        <p:spPr>
          <a:xfrm>
            <a:off x="4395020" y="2203462"/>
            <a:ext cx="1140542" cy="60856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26C934EC-732C-1FB4-C1EB-3AD2294FC581}"/>
              </a:ext>
            </a:extLst>
          </p:cNvPr>
          <p:cNvSpPr/>
          <p:nvPr/>
        </p:nvSpPr>
        <p:spPr>
          <a:xfrm>
            <a:off x="5916563" y="1568805"/>
            <a:ext cx="4412225" cy="1781346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 get the entire cost of the car, this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was developed using 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Sum.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5E170C7-D639-C7D1-622F-123171437E12}"/>
              </a:ext>
            </a:extLst>
          </p:cNvPr>
          <p:cNvSpPr/>
          <p:nvPr/>
        </p:nvSpPr>
        <p:spPr>
          <a:xfrm>
            <a:off x="4503174" y="3942735"/>
            <a:ext cx="1140542" cy="73329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hought Bubble: Cloud 21">
            <a:extLst>
              <a:ext uri="{FF2B5EF4-FFF2-40B4-BE49-F238E27FC236}">
                <a16:creationId xmlns:a16="http://schemas.microsoft.com/office/drawing/2014/main" id="{1342E948-45F0-B99D-6949-E4D8B5FB5510}"/>
              </a:ext>
            </a:extLst>
          </p:cNvPr>
          <p:cNvSpPr/>
          <p:nvPr/>
        </p:nvSpPr>
        <p:spPr>
          <a:xfrm>
            <a:off x="6190638" y="3743931"/>
            <a:ext cx="3974689" cy="1545266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was developed using average to determine the average 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 of a car.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40BCEF2-6ABF-BB12-0209-A70310AF13E0}"/>
              </a:ext>
            </a:extLst>
          </p:cNvPr>
          <p:cNvSpPr/>
          <p:nvPr/>
        </p:nvSpPr>
        <p:spPr>
          <a:xfrm>
            <a:off x="4503174" y="5712542"/>
            <a:ext cx="1140542" cy="7332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hought Bubble: Cloud 23">
            <a:extLst>
              <a:ext uri="{FF2B5EF4-FFF2-40B4-BE49-F238E27FC236}">
                <a16:creationId xmlns:a16="http://schemas.microsoft.com/office/drawing/2014/main" id="{091921CD-9E58-62D9-AE9F-9280ACCBC1C2}"/>
              </a:ext>
            </a:extLst>
          </p:cNvPr>
          <p:cNvSpPr/>
          <p:nvPr/>
        </p:nvSpPr>
        <p:spPr>
          <a:xfrm>
            <a:off x="6322142" y="5682978"/>
            <a:ext cx="3843185" cy="948872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DISTINCTCOUNT, this 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determines the count.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2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81604D4-3127-C211-5B85-84A9A7741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27EE7A-A6CC-2C00-12D7-0806E778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0AA368-27F5-F4BC-94C9-F798E3867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64028"/>
            <a:ext cx="3399503" cy="20885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21128E2-D037-3451-B232-6A7A3113BCC5}"/>
              </a:ext>
            </a:extLst>
          </p:cNvPr>
          <p:cNvSpPr/>
          <p:nvPr/>
        </p:nvSpPr>
        <p:spPr>
          <a:xfrm>
            <a:off x="4734232" y="2772697"/>
            <a:ext cx="865239" cy="51127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10859420-CF0C-6C23-E9E5-38953E4D07C6}"/>
              </a:ext>
            </a:extLst>
          </p:cNvPr>
          <p:cNvSpPr/>
          <p:nvPr/>
        </p:nvSpPr>
        <p:spPr>
          <a:xfrm>
            <a:off x="6096000" y="1751039"/>
            <a:ext cx="4503174" cy="2088540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CALCULATE, 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determines the count.</a:t>
            </a:r>
          </a:p>
          <a:p>
            <a:pPr algn="ctr"/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E37143-721B-D8FA-7259-2AFDB1965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4502874"/>
            <a:ext cx="3519948" cy="177010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F6668227-A9E2-92E2-2662-718C9BB3A9AE}"/>
              </a:ext>
            </a:extLst>
          </p:cNvPr>
          <p:cNvSpPr/>
          <p:nvPr/>
        </p:nvSpPr>
        <p:spPr>
          <a:xfrm>
            <a:off x="4660490" y="5132288"/>
            <a:ext cx="865239" cy="51127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D96B5075-6248-6E34-6E93-D07BAFEEDD6C}"/>
              </a:ext>
            </a:extLst>
          </p:cNvPr>
          <p:cNvSpPr/>
          <p:nvPr/>
        </p:nvSpPr>
        <p:spPr>
          <a:xfrm>
            <a:off x="6189406" y="4184441"/>
            <a:ext cx="4503174" cy="2308434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age of the vehicle by subtracting the manufacturing year from the current year. Divides the total mileage by the age to find the yearly average.</a:t>
            </a:r>
          </a:p>
        </p:txBody>
      </p:sp>
    </p:spTree>
    <p:extLst>
      <p:ext uri="{BB962C8B-B14F-4D97-AF65-F5344CB8AC3E}">
        <p14:creationId xmlns:p14="http://schemas.microsoft.com/office/powerpoint/2010/main" val="2790299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640274B-7ABD-9AC3-6C2C-081088CD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605FF2-EAD2-61B8-BBBF-7E560225D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0E6754-23F5-8A11-6F1C-14217C632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2605" y="1830524"/>
            <a:ext cx="3245098" cy="20040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C577E43-0EF6-DEEE-9B46-D52883B738FF}"/>
              </a:ext>
            </a:extLst>
          </p:cNvPr>
          <p:cNvSpPr/>
          <p:nvPr/>
        </p:nvSpPr>
        <p:spPr>
          <a:xfrm>
            <a:off x="4783393" y="2576913"/>
            <a:ext cx="865239" cy="51127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5C50E6DE-F5A1-1D1C-F873-879BAF052E77}"/>
              </a:ext>
            </a:extLst>
          </p:cNvPr>
          <p:cNvSpPr/>
          <p:nvPr/>
        </p:nvSpPr>
        <p:spPr>
          <a:xfrm>
            <a:off x="6096000" y="1751039"/>
            <a:ext cx="4503174" cy="2088540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is used to calculate the maximum car 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 using the max function.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FD6C41-53C9-BFEC-F441-82563E4AC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05" y="4385187"/>
            <a:ext cx="3245098" cy="20040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315B42C-0A9F-DE38-96AD-10C3C2DF8E68}"/>
              </a:ext>
            </a:extLst>
          </p:cNvPr>
          <p:cNvSpPr/>
          <p:nvPr/>
        </p:nvSpPr>
        <p:spPr>
          <a:xfrm>
            <a:off x="4699819" y="4990733"/>
            <a:ext cx="865239" cy="51127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2141001D-3089-6738-0883-E219184D2906}"/>
              </a:ext>
            </a:extLst>
          </p:cNvPr>
          <p:cNvSpPr/>
          <p:nvPr/>
        </p:nvSpPr>
        <p:spPr>
          <a:xfrm>
            <a:off x="6218903" y="4342945"/>
            <a:ext cx="4503174" cy="2088540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the min function, this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 determines the minimum cost of a new car.</a:t>
            </a:r>
          </a:p>
        </p:txBody>
      </p:sp>
    </p:spTree>
    <p:extLst>
      <p:ext uri="{BB962C8B-B14F-4D97-AF65-F5344CB8AC3E}">
        <p14:creationId xmlns:p14="http://schemas.microsoft.com/office/powerpoint/2010/main" val="414751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BE0DFB7-F357-B311-950D-8CA44FD6D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FB261-2FC0-491B-613E-E1319569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229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863B5-85DE-3A20-374F-FDA53AC4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03" y="1255355"/>
            <a:ext cx="5309418" cy="2618556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formula IF('car'[Mileage] &gt; 100000, "High Mileage", "Low Mileage") and an additional column, this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determines the High Mileage Status.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A98D4-789B-0564-6933-496349A0E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41351"/>
            <a:ext cx="5024921" cy="21515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CE0ABA-1BF9-41EA-6321-02A518E58881}"/>
              </a:ext>
            </a:extLst>
          </p:cNvPr>
          <p:cNvSpPr txBox="1">
            <a:spLocks/>
          </p:cNvSpPr>
          <p:nvPr/>
        </p:nvSpPr>
        <p:spPr>
          <a:xfrm>
            <a:off x="6328881" y="1122620"/>
            <a:ext cx="5309418" cy="2618556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Category = SWITCH(TRUE(), 'car'[Total car price] &lt; 20000, "Budget", 'car'[Total car price] &lt;= 60000, "Mid-Range", "Luxury") and an additional column are determined using this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C44B2-9C0C-169F-2168-6165D18DB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881" y="4341351"/>
            <a:ext cx="5309418" cy="21515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39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0649A18C-8070-8D0D-18AC-10EF39E5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7C630-DC2C-2CDB-3342-73DEE12C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3B87D89-5EA9-5B73-3A5D-DCDC4C729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91382"/>
            <a:ext cx="5739581" cy="2438400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Mileage Per Year = VAR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YEAR(TODAY()) - 'car'[Year] is computed using this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additional column and divide ('car'[Mileage], IF(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1,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0).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B4B2C8C-86AB-320C-AD54-D6F1E689C29C}"/>
              </a:ext>
            </a:extLst>
          </p:cNvPr>
          <p:cNvSpPr txBox="1">
            <a:spLocks/>
          </p:cNvSpPr>
          <p:nvPr/>
        </p:nvSpPr>
        <p:spPr>
          <a:xfrm>
            <a:off x="521107" y="1091381"/>
            <a:ext cx="4876800" cy="2337619"/>
          </a:xfrm>
          <a:prstGeom prst="cloud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Age = YEAR(TODAY()) - 'car'[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and additional column are computed using this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C2EBEE-FEF5-520F-35F3-97EB8E20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7" y="3854961"/>
            <a:ext cx="4778480" cy="28358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F4822E-41AD-F5DD-511D-471F42F91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361" y="3942735"/>
            <a:ext cx="6112116" cy="27481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367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E06DCB93-692B-D5AE-36EF-73C3AEEAD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F85BFF-F94B-4B3F-F88F-50462A72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641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	</a:t>
            </a:r>
            <a:endParaRPr lang="en-US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C5A04C-16BF-D0F8-0031-77FDFF126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D646F-5C30-C340-A960-04BFBE53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67526"/>
            <a:ext cx="12093677" cy="5816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1928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BE6A-E64A-786A-50EF-DD81879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82A46-6DEF-78D1-C946-2FE0F155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D846EB7-B36F-994C-38F7-D66D7FB31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E51FBF-0B46-69CE-9F7A-2B4ADFC2B786}"/>
              </a:ext>
            </a:extLst>
          </p:cNvPr>
          <p:cNvSpPr txBox="1"/>
          <p:nvPr/>
        </p:nvSpPr>
        <p:spPr>
          <a:xfrm>
            <a:off x="619432" y="216310"/>
            <a:ext cx="10923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	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4C6B8-E83A-6664-D3AF-7B9C69EDF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3" y="963716"/>
            <a:ext cx="11710220" cy="58008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75299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>
            <a:extLst>
              <a:ext uri="{FF2B5EF4-FFF2-40B4-BE49-F238E27FC236}">
                <a16:creationId xmlns:a16="http://schemas.microsoft.com/office/drawing/2014/main" id="{B036507B-9E73-B062-98EB-FE36C1BC2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DB9326-515A-1EF6-2FEA-5539CD40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pPr algn="ctr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2E965-EBF2-A535-8DE7-E5C4B5AE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significant trends, such as high-performing sales months or dominant health indicators in specific regions.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Suggest focusing marketing efforts on high-performing product categories.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Health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 targeted medical screenings for demographic groups showing high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General Businesses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Propose streamlining operations based on identified bottlenecks</a:t>
            </a:r>
          </a:p>
        </p:txBody>
      </p:sp>
    </p:spTree>
    <p:extLst>
      <p:ext uri="{BB962C8B-B14F-4D97-AF65-F5344CB8AC3E}">
        <p14:creationId xmlns:p14="http://schemas.microsoft.com/office/powerpoint/2010/main" val="45460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1874BA1-BB48-FF1C-12F6-81A21948A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94A35A-51C3-012A-1DEF-C7058B04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5619" cy="1325563"/>
          </a:xfrm>
        </p:spPr>
        <p:txBody>
          <a:bodyPr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9010E5-6735-AE18-7F4E-E9AEA602F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142397"/>
              </p:ext>
            </p:extLst>
          </p:nvPr>
        </p:nvGraphicFramePr>
        <p:xfrm>
          <a:off x="838200" y="1445342"/>
          <a:ext cx="10515600" cy="4731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103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80072-0EE4-89ED-FB70-EE7E747E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00EB393-F6EE-2126-7109-1C233269D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83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198</TotalTime>
  <Words>520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AGENDA </vt:lpstr>
      <vt:lpstr>DATA DESCRIPTION </vt:lpstr>
      <vt:lpstr>PowerPoint Presentation</vt:lpstr>
      <vt:lpstr>DAX Functions</vt:lpstr>
      <vt:lpstr>DAX Functions</vt:lpstr>
      <vt:lpstr>DAX Functions</vt:lpstr>
      <vt:lpstr>DAX Functions</vt:lpstr>
      <vt:lpstr>DAX Functions</vt:lpstr>
      <vt:lpstr>DASHBOARD OVERVIEW </vt:lpstr>
      <vt:lpstr>PowerPoint Presentation</vt:lpstr>
      <vt:lpstr>INSIGHTS AND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Soundhu Prabhu</dc:creator>
  <cp:lastModifiedBy>Soundhu Prabhu</cp:lastModifiedBy>
  <cp:revision>1</cp:revision>
  <dcterms:created xsi:type="dcterms:W3CDTF">2026-01-04T04:59:12Z</dcterms:created>
  <dcterms:modified xsi:type="dcterms:W3CDTF">2026-01-06T15:29:36Z</dcterms:modified>
</cp:coreProperties>
</file>